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-14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91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37695"/>
            <a:ext cx="8229600" cy="98679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Course: Post Graduate Program In Data Science &amp;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GenAI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(ML - Capstone Project)-Month</a:t>
            </a:r>
            <a:r>
              <a:rPr lang="en-IN" altLang="en-US" sz="24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555" b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cs typeface="Cambria" panose="02040503050406030204" pitchFamily="18" charset="0"/>
              </a:rPr>
              <a:t>Real Estate Price Prediction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499" y="3269413"/>
            <a:ext cx="70702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Name: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Nagasantosh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Chandrashekar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Chavvakula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Date: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04/26/2026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83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Real estate pricing is complex and influenced by multiple factors.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Need accurate prediction.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4551"/>
            <a:ext cx="8229600" cy="180430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Predict property prices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Market segmentation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Property recommendations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9865"/>
            <a:ext cx="8229600" cy="16818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California Housing </a:t>
            </a:r>
            <a:r>
              <a:rPr sz="2800" dirty="0" smtClean="0">
                <a:latin typeface="Cambria" pitchFamily="18" charset="0"/>
                <a:ea typeface="Cambria" pitchFamily="18" charset="0"/>
              </a:rPr>
              <a:t>Dataset</a:t>
            </a:r>
            <a:r>
              <a:rPr lang="en-IN" sz="2800" dirty="0" smtClean="0">
                <a:latin typeface="Cambria" pitchFamily="18" charset="0"/>
                <a:ea typeface="Cambria" pitchFamily="18" charset="0"/>
              </a:rPr>
              <a:t>(from </a:t>
            </a:r>
            <a:r>
              <a:rPr lang="en-IN" sz="2800" dirty="0" err="1" smtClean="0">
                <a:latin typeface="Cambria" pitchFamily="18" charset="0"/>
                <a:ea typeface="Cambria" pitchFamily="18" charset="0"/>
              </a:rPr>
              <a:t>Sklearn</a:t>
            </a:r>
            <a:r>
              <a:rPr lang="en-IN" sz="2800" dirty="0" smtClean="0">
                <a:latin typeface="Cambria" pitchFamily="18" charset="0"/>
                <a:ea typeface="Cambria" pitchFamily="18" charset="0"/>
              </a:rPr>
              <a:t>)</a:t>
            </a:r>
            <a:endParaRPr sz="2800" dirty="0">
              <a:latin typeface="Cambria" pitchFamily="18" charset="0"/>
              <a:ea typeface="Cambr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20,640 records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8 features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468563"/>
            <a:ext cx="6866165" cy="131150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Data → Preprocessing → Models → </a:t>
            </a:r>
            <a:r>
              <a:rPr sz="2800" dirty="0" smtClean="0">
                <a:latin typeface="Cambria" pitchFamily="18" charset="0"/>
                <a:ea typeface="Cambria" pitchFamily="18" charset="0"/>
              </a:rPr>
              <a:t>Dashboard</a:t>
            </a:r>
            <a:r>
              <a:rPr lang="en-IN" sz="2800" dirty="0" smtClean="0">
                <a:latin typeface="Cambria" pitchFamily="18" charset="0"/>
                <a:ea typeface="Cambria" pitchFamily="18" charset="0"/>
              </a:rPr>
              <a:t>(</a:t>
            </a:r>
            <a:r>
              <a:rPr lang="en-IN" sz="2800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IN" sz="2800" dirty="0" smtClean="0">
                <a:latin typeface="Cambria" pitchFamily="18" charset="0"/>
                <a:ea typeface="Cambria" pitchFamily="18" charset="0"/>
              </a:rPr>
              <a:t>)</a:t>
            </a:r>
            <a:endParaRPr sz="28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1071"/>
            <a:ext cx="8229600" cy="1730829"/>
          </a:xfrm>
        </p:spPr>
        <p:txBody>
          <a:bodyPr>
            <a:normAutofit/>
          </a:bodyPr>
          <a:lstStyle/>
          <a:p>
            <a:r>
              <a:rPr sz="2800" dirty="0">
                <a:latin typeface="Cambria" pitchFamily="18" charset="0"/>
                <a:ea typeface="Cambria" pitchFamily="18" charset="0"/>
              </a:rPr>
              <a:t>Linear, Ridge, Lasso</a:t>
            </a:r>
          </a:p>
          <a:p>
            <a:r>
              <a:rPr sz="2800" dirty="0">
                <a:latin typeface="Cambria" pitchFamily="18" charset="0"/>
                <a:ea typeface="Cambria" pitchFamily="18" charset="0"/>
              </a:rPr>
              <a:t>Random Forest</a:t>
            </a:r>
          </a:p>
          <a:p>
            <a:r>
              <a:rPr sz="2800" dirty="0">
                <a:latin typeface="Cambria" pitchFamily="18" charset="0"/>
                <a:ea typeface="Cambria" pitchFamily="18" charset="0"/>
              </a:rPr>
              <a:t>Gradient Boosting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Regression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0879"/>
            <a:ext cx="8229600" cy="21717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K-Means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Hierarchical Clustering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DBSCAN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96194"/>
            <a:ext cx="8229600" cy="14859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Dimensionality Reduction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Fixed threshold issue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20737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Content-based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Collaborative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Hybrid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Recommendation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1"/>
            <a:ext cx="8229600" cy="155121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Voting </a:t>
            </a:r>
            <a:r>
              <a:rPr sz="2800" dirty="0" err="1">
                <a:latin typeface="Cambria" pitchFamily="18" charset="0"/>
                <a:ea typeface="Cambria" pitchFamily="18" charset="0"/>
              </a:rPr>
              <a:t>Regressor</a:t>
            </a:r>
            <a:endParaRPr sz="2800" dirty="0">
              <a:latin typeface="Cambria" pitchFamily="18" charset="0"/>
              <a:ea typeface="Cambr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Stacking </a:t>
            </a:r>
            <a:r>
              <a:rPr sz="2800" dirty="0" err="1">
                <a:latin typeface="Cambria" pitchFamily="18" charset="0"/>
                <a:ea typeface="Cambria" pitchFamily="18" charset="0"/>
              </a:rPr>
              <a:t>Regressor</a:t>
            </a:r>
            <a:endParaRPr sz="28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Ensemble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61508"/>
            <a:ext cx="8229600" cy="195126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Ensemble models outperform individual models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Improved accuracy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02328"/>
            <a:ext cx="8229600" cy="16410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Built using </a:t>
            </a:r>
            <a:r>
              <a:rPr sz="2800" dirty="0" err="1">
                <a:latin typeface="Cambria" pitchFamily="18" charset="0"/>
                <a:ea typeface="Cambria" pitchFamily="18" charset="0"/>
              </a:rPr>
              <a:t>Streamlit</a:t>
            </a:r>
            <a:endParaRPr sz="2800" dirty="0">
              <a:latin typeface="Cambria" pitchFamily="18" charset="0"/>
              <a:ea typeface="Cambr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Real-time predictions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28850"/>
            <a:ext cx="8229600" cy="22615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PCA bug fixed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DBSCAN tuning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Similarity matrix fix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Challenges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1701"/>
            <a:ext cx="8229600" cy="14859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Better pricing decisions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Investment insights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Business Impact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12522"/>
            <a:ext cx="8229600" cy="151039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End-to-end ML system</a:t>
            </a:r>
          </a:p>
          <a:p>
            <a:pPr>
              <a:buFont typeface="Wingdings" pitchFamily="2" charset="2"/>
              <a:buChar char="Ø"/>
            </a:pPr>
            <a:r>
              <a:rPr sz="2800" dirty="0">
                <a:latin typeface="Cambria" pitchFamily="18" charset="0"/>
                <a:ea typeface="Cambria" pitchFamily="18" charset="0"/>
              </a:rPr>
              <a:t>Production-ready solution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100" b="1" dirty="0">
                <a:solidFill>
                  <a:schemeClr val="bg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73904" y="5543197"/>
            <a:ext cx="2637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smtClean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2800" b="1" dirty="0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</TotalTime>
  <Words>147</Words>
  <Application>Microsoft Office PowerPoint</Application>
  <PresentationFormat>On-screen Show (4:3)</PresentationFormat>
  <Paragraphs>52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Concourse</vt:lpstr>
      <vt:lpstr>Real Estate Price Prediction Engine</vt:lpstr>
      <vt:lpstr>Problem Statement</vt:lpstr>
      <vt:lpstr>Objectives</vt:lpstr>
      <vt:lpstr>Dataset</vt:lpstr>
      <vt:lpstr>System Architecture</vt:lpstr>
      <vt:lpstr>Regression Models</vt:lpstr>
      <vt:lpstr>Clustering</vt:lpstr>
      <vt:lpstr>PCA</vt:lpstr>
      <vt:lpstr>Recommendation System</vt:lpstr>
      <vt:lpstr>Ensemble Models</vt:lpstr>
      <vt:lpstr>Results</vt:lpstr>
      <vt:lpstr>Dashboard</vt:lpstr>
      <vt:lpstr>Challenges</vt:lpstr>
      <vt:lpstr>Business Impact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Price Prediction Engine</dc:title>
  <dc:creator/>
  <dc:description>generated using python-pptx</dc:description>
  <cp:lastModifiedBy>NAGASANTOSH CHANDRASHEKAR CHAVVAKULA</cp:lastModifiedBy>
  <cp:revision>5</cp:revision>
  <dcterms:created xsi:type="dcterms:W3CDTF">2013-01-27T09:14:00Z</dcterms:created>
  <dcterms:modified xsi:type="dcterms:W3CDTF">2026-04-26T19:46:34Z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CB9905C488C5403EA2F51A3AB2BC4174_12</vt:lpwstr>
  </property>
</Properties>
</file>